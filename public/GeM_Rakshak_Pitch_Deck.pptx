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280160"/>
            <a:ext cx="438912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2024 • CPSE PROCUREMENT GUARD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GeM-Rakshak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Statutory Verification, Document Forensics &amp; Cartel Detection Middleware for Government e-Marketplace (GeM)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023360"/>
            <a:ext cx="3200400" cy="1463040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206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30 sec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 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4937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from 4.5 days manual scrutiny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023360"/>
            <a:ext cx="3200400" cy="1463040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4206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Portals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Gateways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4937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GSTN, MCA21, CBDT, Udyam, CPPP, EPFO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63840" y="4023360"/>
            <a:ext cx="3200400" cy="1463040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4206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CVC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13816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Sealed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38160" y="4937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SHA-256 non-repudiation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Procuring Entity Alignment: Chennai Petroleum Corporation Limited (CPCL) • MoP&amp;NG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Procurement Integrity Crisis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manual bid evaluation fails and how government entities are compromised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GeM-Rakshak • Public Procurement Integrity Platform • Smart India Hackathon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Official Presentation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11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 Severe Processing Delays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Procurement officers manually inspect 28+ statutory documents per tender bid.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6576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Average technical evaluation takes 4.5 to 7 days per tender.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7548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Delays lead to stalled refinery shutdowns, project overruns, and supply chain freezes.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73736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011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Document Tampering &amp; Forgeries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25603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Bidders alter turnover numbers using Adobe Photoshop to meet qualification thresholds.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36576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Forged Chartered Accountant UDIN numbers and fake seals.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47548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Unrelated QR codes pasted onto fraudulent certificates to deceive human checkers.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63840" y="173736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011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Hidden Cartel Syndicates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38160" y="25603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Collusive bidders rotate bids using proxy companies sharing common directors.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38160" y="36576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Same IP subnets, identical bank branches, and synchronized bid upload timestamps.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38160" y="47548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Debarred / blacklisted vendors bidding through newly created front entities.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GeM-Rakshak 3-Layer Defense Framework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middleware sitting between the GeM Portal and Official Source-of-Truth Registries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GeM-Rakshak • Public Procurement Integrity Platform • Smart India Hackathon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Official Presentation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1182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• Zero Trust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Forensics Lab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&amp; Metadata Tamper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0175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Error Level Analysis (ELA) thermal heatmaps for altered numbers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379476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EXIF &amp; XMP metadata provenance checking (Catches Photoshop/InDesign)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Dual-engine QR code payload vs visible OCR text cross-reconciliation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53492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ICAI UDIN algorithmic cryptographic checksum validation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173736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11827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• 8 Gateways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Registry Gateways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2560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Source-of-Truth Cross-Check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30175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GSTN Gateway: Live GST status, 3B regularity &amp; declared turnover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0" y="379476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MCA21 V3: Corporate active status, paid-up capital &amp; Director DINs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0" y="45720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CBDT / Income Tax: Section 206AB higher TDS defaulter screening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0" y="53492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Ministry of MSME: Udyam Manufacturing vs Services scope check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0" y="61264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CPPP Central Registry: CPSE blacklisting &amp; debarment lookup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0" y="173736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1182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 • AI Network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3816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Cartel Radar &amp; CVC Audit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38160" y="2560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Syndicate Detection &amp; Non-Repudiation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38160" y="30175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Graph Network Analysis detecting shared directors, IPs &amp; banks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138160" y="379476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Collusion confidence scoring &amp; automated 4-point judicial breakdown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138160" y="45720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Immutable SHA-256 cryptographically chained CVC audit log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38160" y="53492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One-click CVC Audit Dossier PDF generator with digital hashes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WALKTHROUGH • STEP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Command Console (/dashboard)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central nerve center providing instant situational awareness to procurement officers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GeM-Rakshak • Public Procurement Integrity Platform • Smart India Hackathon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Official Presentation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6858000" cy="4389120"/>
          </a:xfrm>
          <a:prstGeom prst="roundRect">
            <a:avLst>
              <a:gd name="adj" fmla="val 3125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Features &amp; Live Capabilities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Active Procuring Entity Scope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260604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CPSE officers (e.g. CPCL Manali Refinery, NTPC, IOCL) to switch active tender sessions with 1 click.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090672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4 Elevated Real-Time KPI Cards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3319272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Tenders (3), Bids Screened Today (4), Fraud Blocked (7 Forgeries flagged), and Turnaround Time (&lt;30s down from 4.5 days).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Compliance Status Distribution Donut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4032504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visual breakdown of bids: 25% Compliant, 25% Clarification Needed, 50% High Risk / Disqualified.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4517136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Time Saved Comparative Bar Chart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4745736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visual proof: Manual evaluation takes ~108 hours vs GeM-Rakshak taking ~0.5 hours.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5230368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Live Anomaly Feed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5458968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of high-priority fraud alerts (e.g., Photoshop alteration detected on Bidder 003; Cartel connection between Bidder 003 &amp; 004).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63840" y="1737360"/>
            <a:ext cx="3566160" cy="438912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2011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JUDGE EVALUATION TIP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3816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notice on this page: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38160" y="27432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 The top banner directly shows the procuring entity and tender reference.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138160" y="35204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 Notice the 'Cartel Radar: 1 Ring Detected' banner with a direct quick-link to inspect the syndicate.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8160" y="42976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 Language Switcher: Instant Hindi / English toggle without page reload.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138160" y="50749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 Clicking 'Scrutinize Bids' moves immediately to the tender bidder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WALKTHROUGH • STEP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Bidder Scrutiny &amp; Comparison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all bidders against mandatory tender parameters simultaneously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GeM-Rakshak • Public Procurement Integrity Platform • Smart India Hackathon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Official Presentation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10698480" cy="4389120"/>
          </a:xfrm>
          <a:prstGeom prst="roundRect">
            <a:avLst>
              <a:gd name="adj" fmla="val 3125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Tender GEM/2026/B/9823410: Mandatory Criteria vs Submitted Bids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2377440"/>
            <a:ext cx="2377440" cy="347472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468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BID-001 • Score: 98.0%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Flow Systems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3108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Turnover: ₹18.5 Cr (Req: ₹15 Cr) ✓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MII: Class-I Local (68.5%) ✓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43000" y="3749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GST: 100% Tax Compliant ✓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" y="4069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Udyam: Mfg (NIC 28131) 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" y="4389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CPPP: Not Debarred ✓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3000" y="4754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genuine bidder. All 8 registry cross-checks match submitted documentation.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566160" y="2377440"/>
            <a:ext cx="2377440" cy="347472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2468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BID-002 • Score: 48.5%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0332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 Petro-Tech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03320" y="3108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Turnover: ₹16.0 Cr (Req: ₹15 Cr) ✓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703320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MII: Class-I Claimed (55.0%)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703320" y="3749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GST: 2 Filings Pending ⚠️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703320" y="4069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Udyam: Services (NIC 74909) ⚠️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703320" y="4389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CPPP: Not Debarred ✓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703320" y="4754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Udyam registered for Services instead of Mfg; 2 GST filings pending; OEM ref generic.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26480" y="2377440"/>
            <a:ext cx="2377440" cy="347472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468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BID-003 • Score: 8.0%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Engineering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108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Turnover: ₹1.5 Cr (Forged: ₹18.5 Cr) ❌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63640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MII: Fails Class-I (22.0%) ❌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63640" y="3749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GST: GST Suspended ❌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63640" y="4069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Udyam: Udyam Cancelled ❌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63640" y="4389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CPPP: Debarred until Oct 2027 ❌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63640" y="4754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FRAUD: Actively debarred by IOCL; Photoshop-forged CA certificate; forged UDIN.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686800" y="2377440"/>
            <a:ext cx="2377440" cy="347472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23960" y="2468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BID-004 • Score: 25.0%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82396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Flow Dynamics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823960" y="3108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Turnover: ₹1.52 Cr ❌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823960" y="3429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MII: Fails Class-I (35.0%) ❌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823960" y="3749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GST: Active (Low compliance)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823960" y="4069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Udyam: Trading (NIC 46599) ❌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823960" y="4389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CPPP: Common Director DIN ❌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823960" y="4754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CARTEL PROXY: Shares Partner Vikram Singhal with debarred Bidder 003. Common IP subnet.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WALKTHROUGH • STEP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Bidder Audit Workspace (/bidders/[id]/audit)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50/50 split-screen environment giving procurement officers full audit control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GeM-Rakshak • Public Procurement Integrity Platform • Smart India Hackathon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Official Presentation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PANEL: Document Forensics Canvas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Tabs: Switch between Udyam Certificate, GST REG-06, CA Turnover Certificate, OEM Form, and EPFO Challans.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04495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Clean Scanline Overlay: Realistic document verification inspection scanline (subtle and institutional, no glowing sci-fi lasers).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75818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OCR Text Bounding Boxes: Hover over extracted text fields to inspect OCR confidence and statutory field mapping.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447141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Thermal ELA Heatmap View: One-click toggle revealing image compression differences where text was altered in Photoshop.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518464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Embedded QR Code Scanner: Real scannable QR code that can be verified with any mobile phone camera in real time.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920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PANEL: 5 Accordions &amp; Officer Actions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331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1. MCA21 &amp; Director Identity: Corporate status, paid-up capital &amp; CPPP blacklisting check.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29260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2. MSME &amp; Udyam Scope: Validates manufacturing classification (NIC 28132) vs services.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35204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3. GSTN &amp; Tax Solvency: Checks GSTIN active status, GSTR-3B filings &amp; Sec 206AB TDS.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41148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4. Make in India (MII) Audit: Verifies CA Local Content percentage (≥50% for Class-I).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47091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5. EPFO / ESIC Manpower: Checks active contributing employees &amp; latest wage month challan.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53035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Sticky Officer Action Bar: One-click actions: Draft Clarification Notice, Disqualify Bidder, Qualify Bidder, or Export CVC Audit PDF.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TECH INNOVATION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Forensics Lab (/forensics-lab)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PDF uploading and deep forensic analysis to expose fraudulent bid certificates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GeM-Rakshak • Public Procurement Integrity Platform • Smart India Hackathon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Official Presentation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111827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Level Analysis (ELA)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Pasted Pixel Layers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3108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Calculates JPEG/DCT compression differences across image 8x8 blocks.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4023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Tampered text (e.g. altering ₹1.5 Cr to ₹18.5 Cr) has different error rates than the original document.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4937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Renders an instant visual thermal heatmap highlighting pasted seals and numbers.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29000" y="173736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11182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1188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EXIF &amp; XMP Metadata Audit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11880" y="2743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Authoring Software Forensics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11880" y="3108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Extracts hidden binary PDF Producer and Creator Tool tags.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11880" y="4023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Official government certificates are generated via automated wkhtmltopdf or Apache FOP.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11880" y="4937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Instantly flags documents processed in Adobe Photoshop CC 2024 or desktop publishing tools.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173736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111827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936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vs OCR Cross-Check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2743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Exposing Copied / Spoofed QR Codes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9360" y="3108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Scans encoded QR matrix payload using computer vision.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9360" y="4023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Compares payload fields against OCR text visible on the document face.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09360" y="4937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Exposes bidders who copied a legitimate QR code from an old ₹1.5 Lakh invoice onto an ₹18.5 Cr tender.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823960" y="173736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11182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0684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0684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ICAI UDIN Cryptographic Verifier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006840" y="2743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Chartered Accountant Fraud Detection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006840" y="3108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Every official CA certificate in India requires an 18-digit Unique Document Identification Number.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006840" y="4023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GeM-Rakshak validates the UDIN format, CA membership number, and issuance date.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006840" y="4937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Flags forged UDINs and non-existent membership records instantly.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ANTI-TRUST &amp; COMPETITION GUARD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Cartel Collusion Radar (/tenders/[id]/cartel-network)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Exposing bid-rigging syndicates and proxy bidding rings under Section 3(3) of Competition Act 2002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GeM-Rakshak • Public Procurement Integrity Platform • Smart India Hackathon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Official Presentation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6217920" cy="4389120"/>
          </a:xfrm>
          <a:prstGeom prst="roundRect">
            <a:avLst>
              <a:gd name="adj" fmla="val 3125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4-Point Syndicate Fingerprint (Bidder 003 &amp; 004)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Common Director (DIN 08492019)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26060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Vikram Singhal holds 50% shares in actively debarred Bidder 003 and also controls proxy Bidder 004.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Common Physical Location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34747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entities registered at B-44, Okhla Industrial Area Phase-II, New Delhi, sharing administrative offices.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411480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 Common Banking Branch (HDFC0001245)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3434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bidders maintain statutory bank accounts at the same HDFC branch, indicating pooled financial backing.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498348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Identical File Creator &amp; Subnet IP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52120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 submitted from the same 192.168.44.0/24 subnet; PDFs generated using the same pirated Photoshop install.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23760" y="1737360"/>
            <a:ext cx="4206240" cy="4389120"/>
          </a:xfrm>
          <a:prstGeom prst="roundRect">
            <a:avLst>
              <a:gd name="adj" fmla="val 3261"/>
            </a:avLst>
          </a:prstGeom>
          <a:solidFill>
            <a:srgbClr val="1E293B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CARTEL DETECTION IMPACT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Human Officers Miss Cartels: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0" y="27432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Bidders 003 and 004 appear as separate legal entities with distinct PAN and GSTIN numbers.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98080" y="35204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 human officer reviewing bids individually has no way of knowing they share an IP or director.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0" y="42976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GeM-Rakshak performs cross-bidder relational graph mapping automatically.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98080" y="50749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Prevents debarred vendors from laundering contracts through newly registered proxy front companies.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INTEROPERABILITY &amp; DATA PIPELINES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Official Government Gateways (/gateways)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query console querying verified national registries with sub-50ms latency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GeM-Rakshak • Public Procurement Integrity Platform • Smart India Hackathon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Official Presentation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4708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GSTN Gateway (CBIC / GSTN)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0848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GSTIN operational status, GSTR-1 &amp; 3B return regularity, declared turnover vs bid claim.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73736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84708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MCA21 V3 Registry (Ministry of Corporate Affairs)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20848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active status, paid-up capital, incorporation date, Director DIN linkage.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283464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94436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Tax / CBDT (Department of Revenue)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318211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 validity, Section 206AB higher TDS rate defaulter screening.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283464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94436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Udyam MSME Portal (Ministry of MSME)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318211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category (Micro/Small), Manufacturing vs Services NIC 5-digit code.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04164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CPPP Central Registry (Ministry of Finance / CPSEs)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427939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All-India debarment &amp; blacklisting history under Rule 151 of GFR 2017.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393192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04164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Shram Suvidha (EPFO) (Ministry of Labour)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427939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EPF subscriber headcount, monthly ECR wage challan compliance.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" y="502920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13892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ESIC Portal (Ministry of Labour)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53766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State Insurance registration and active contribution status.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502920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513892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ICAI UDIN Registry (ICAI Council)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53766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of 18-digit UDIN for CA turnover and net-worth certificates.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NON-REPUDIATION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CVC-Compliant Cryptographic Audit Trail (/audit-log)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Tamper-evident, SHA-256 chained audit log fulfilling Central Vigilance Commission standards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GeM-Rakshak • Public Procurement Integrity Platform • Smart India Hackathon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Official Presentation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1182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11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SHA-256 Hashing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Non-Repudiation Guarantee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8803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Every officer action, API response, and document verification generates a cryptographic SHA-256 digest.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8862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Logs are chained cryptographically: modifying any past record breaks the hash sequence.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489204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Guarantees that audit evidence cannot be manipulated post-award.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173736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11827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011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CVC Vigilance Guidelines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2423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Against Arbitration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8803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Conforms with Central Vigilance Commission (CVC) statutory inspection mandates.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0" y="38862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Records exact timestamps, API latency, auditor IDs, and governing tender clauses.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0" y="489204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Protects procurement officers from frivolous contractor litigation and RTI scrutiny.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63840" y="173736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1182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2011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CVC Audit Dossier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38160" y="2423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PDF Export Engine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38160" y="28803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Generates an official, publication-quality CVC Compliance Dossier PDF.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138160" y="38862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Embeds verifiable QR codes, ELA forensic reports, and portal reconciliation tables.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8160" y="489204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Ready for immediate submission to the Competent Financial Authority (CFA).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VALUE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Tangible Impact for Public Procurement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metrics and national benefits for CPSEs and the GeM ecosystem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GeM-Rakshak • Public Procurement Integrity Platform • Smart India Hackathon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Official Presentation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Tender scrutiny compressed from 4.5 days down to under 30 seconds.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29000" y="173736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₹10,000+ Cr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11880" y="2514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Fraud Shield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11880" y="28346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debarred vendors and fake MSME suppliers from claiming price preference.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73736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Error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09360" y="2514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Human Oversights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8346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checks cover 28+ statutory clauses without fatigue or oversight.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823960" y="173736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0684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006840" y="2514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Atmanirbhar Bharat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06840" y="28346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genuine Class-I domestic manufacturers under Make in India policy.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" y="4023360"/>
            <a:ext cx="10698480" cy="2103120"/>
          </a:xfrm>
          <a:prstGeom prst="round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20624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STRATEGIC ALIGNMENT WITH GOVERNMENT INITIATIVES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57200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GeM GTC Compliance: Fully implements General Terms &amp; Conditions Clause 4 (Verification of Documentation).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491947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General Financial Rules (GFR) 2017: Enforces Rule 144(xi) (Land Border Vendor Restrictions) &amp; Rule 151 (Debarment).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" y="526694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Public Procurement (Preference to Make in India) Order: Strictly protects 50% domestic value-addition threshold.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05840" y="5614416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Vigilance Non-Repudiation: Meets Central Vigilance Commission (CVC) audit standards with cryptographic integrity.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EXCELLENCE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Enterprise Technology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high availability, zero latency, and military-grade data privacy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GeM-Rakshak • Public Procurement Integrity Platform • Smart India Hackathon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Official Presentation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1182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11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Architecture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Next.js 14 App Router (React Server Components)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33375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TypeScript for strict compile-time type safety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40233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Tailwind CSS with Gov Blue institutional tokens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47091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Framer Motion for smooth user feedback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5394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Bilingual Context Engine (English &amp; Hindi)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173736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11827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011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Forensics Engine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26517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Next.js API Routes (Serverless / Edge ready)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0" y="33375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PDF-Parse &amp; Canvas Image Layer extraction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0" y="40233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Error Level Analysis (ELA) thermal engine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0" y="47091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PDFKit for CVC Dossier generation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0" y="5394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QRCode engine for real-time mobile validation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63840" y="173736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11182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2011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Governance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38160" y="26517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SHA-256 cryptographic non-repudiation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8160" y="33375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Zero-Data Retention for confidential bids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138160" y="40233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Role-Based Access Control (Officer / Auditor)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38160" y="47091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Sub-50ms gateway query execution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138160" y="5394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CVC-compliant cryptographic audit trail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GUIDE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3-Minute Live Demo Flow for Judges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walkthrough script for the Smart India Hackathon jury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GeM-Rakshak • Public Procurement Integrity Platform • Smart India Hackathon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Official Presentation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7452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74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0:00 - 0:45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1874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1762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CPCL Manali scope, point out the 4 KPI cards, and highlight the instant 'Cartel Radar: 1 Ring Detected' banner.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97180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971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0:45 - 1:30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971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Bidder Scrutiny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327355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Active Tender. Compare Aura Flow (98% Compliant) with Apex Engineering (8% Disqualified for IOCL Debarment).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06908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069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1:30 - 2:15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4069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Forensics Lab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437083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Apex Engineering audit. Toggle ELA Heatmap showing Photoshop turnover alteration (₹1.5 Cr to ₹18.5 Cr) and fake UDIN.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502920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516636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166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2:15 - 3:00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5166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Cartel Radar &amp; CVC Audit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0" y="546811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Cartel Graph linking Bidder 003 &amp; 004 by Director DIN and Subnet IP. Open Audit Log and download the official CVC PDF Dossier.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GeM-Rakshak: Safeguarding India's Public Procurement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108960"/>
            <a:ext cx="10332720" cy="2011680"/>
          </a:xfrm>
          <a:prstGeom prst="roundRect">
            <a:avLst>
              <a:gd name="adj" fmla="val 681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29184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Competitive Advantages: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65760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Ultra-Fast: Cuts evaluation time by 99.8% (&lt;30 seconds vs 4.5 days).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88720" y="393192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Deep-Tech Forensics: Detects pixel tampering, Photoshop edits, copied QR codes, and fake UDINs.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88720" y="420624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8 Official Gateways: Live querying of GSTN, MCA21, CBDT, Udyam, CPPP, EPFO, ESIC &amp; ICAI.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88720" y="448056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Anti-Cartel Radar: Unmasks hidden bidding syndicates and proxy companies sharing directors.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88720" y="47548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CVC Compliant: Tamper-evident SHA-256 audit trail with one-click official PDF dossier export.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Platform URL: http://localhost:3000   •   GitHub: https://github.com/SiddhantGpt19/GeM-Rakshak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Smart India Hackathon 2024 / CPCL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GeM-Rakshak: AI-Powered Public Procurement Verification Platform</dc:title>
  <dc:subject>Detailed Website &amp; Platform Explanation for SIH Judges</dc:subject>
  <dc:creator>GeM-Rakshak Team</dc:creator>
  <cp:lastModifiedBy>GeM-Rakshak Team</cp:lastModifiedBy>
  <cp:revision>1</cp:revision>
  <dcterms:created xsi:type="dcterms:W3CDTF">2026-09-09T16:00:57Z</dcterms:created>
  <dcterms:modified xsi:type="dcterms:W3CDTF">2026-09-09T16:00:57Z</dcterms:modified>
</cp:coreProperties>
</file>